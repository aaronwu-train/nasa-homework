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2"/>
  </p:normalViewPr>
  <p:slideViewPr>
    <p:cSldViewPr snapToGrid="0">
      <p:cViewPr varScale="1">
        <p:scale>
          <a:sx n="99" d="100"/>
          <a:sy n="99" d="100"/>
        </p:scale>
        <p:origin x="1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2799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893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129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903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1067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356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523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009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7111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2853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692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13A49-964A-F64F-A575-F9FAE634483C}" type="datetimeFigureOut">
              <a:rPr kumimoji="1" lang="zh-TW" altLang="en-US" smtClean="0"/>
              <a:t>2025/4/14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D5B81-806B-8746-AA3E-8F77A6C3B4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279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AB4E02-AE82-C380-AB43-2F9E3D06A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>
                <a:latin typeface="Taipei Sans TC Beta" pitchFamily="2" charset="-120"/>
                <a:ea typeface="Taipei Sans TC Beta" pitchFamily="2" charset="-120"/>
              </a:rPr>
              <a:t>NASA LAB 8</a:t>
            </a:r>
            <a:endParaRPr kumimoji="1" lang="zh-TW" altLang="en-US" dirty="0">
              <a:latin typeface="Taipei Sans TC Beta" pitchFamily="2" charset="-120"/>
              <a:ea typeface="Taipei Sans TC Beta" pitchFamily="2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A2C700-8F8A-CE56-142C-C09C5B126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53076"/>
            <a:ext cx="6858000" cy="1241822"/>
          </a:xfrm>
        </p:spPr>
        <p:txBody>
          <a:bodyPr/>
          <a:lstStyle/>
          <a:p>
            <a:r>
              <a:rPr kumimoji="1" lang="zh-TW" altLang="en-US" dirty="0">
                <a:latin typeface="Taipei Sans TC Beta" pitchFamily="2" charset="-120"/>
                <a:ea typeface="Taipei Sans TC Beta" pitchFamily="2" charset="-120"/>
              </a:rPr>
              <a:t>電機一 </a:t>
            </a:r>
            <a:r>
              <a:rPr kumimoji="1" lang="en-US" altLang="zh-TW" dirty="0">
                <a:latin typeface="Taipei Sans TC Beta" pitchFamily="2" charset="-120"/>
                <a:ea typeface="Taipei Sans TC Beta" pitchFamily="2" charset="-120"/>
              </a:rPr>
              <a:t>B13901011 </a:t>
            </a:r>
            <a:r>
              <a:rPr kumimoji="1" lang="zh-TW" altLang="en-US" dirty="0">
                <a:latin typeface="Taipei Sans TC Beta" pitchFamily="2" charset="-120"/>
                <a:ea typeface="Taipei Sans TC Beta" pitchFamily="2" charset="-120"/>
              </a:rPr>
              <a:t>吳亞倫</a:t>
            </a:r>
          </a:p>
        </p:txBody>
      </p:sp>
    </p:spTree>
    <p:extLst>
      <p:ext uri="{BB962C8B-B14F-4D97-AF65-F5344CB8AC3E}">
        <p14:creationId xmlns:p14="http://schemas.microsoft.com/office/powerpoint/2010/main" val="379834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7B05B-EED2-A451-A5DD-96CEEDB7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21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Docker run</a:t>
            </a:r>
            <a:endParaRPr kumimoji="1" lang="zh-TW" altLang="en-US" sz="24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423A45-1C90-32A4-6045-F351AED8D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84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9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1A79-BB38-F6B5-0D9B-14425323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0880C-302A-244B-228E-9FA16481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21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Docker </a:t>
            </a:r>
            <a:r>
              <a:rPr kumimoji="1" lang="en-US" altLang="zh-TW" sz="2400" dirty="0" err="1">
                <a:latin typeface="Taipei Sans TC Beta" pitchFamily="2" charset="-120"/>
                <a:ea typeface="Taipei Sans TC Beta" pitchFamily="2" charset="-120"/>
              </a:rPr>
              <a:t>ps</a:t>
            </a:r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 -a</a:t>
            </a:r>
            <a:endParaRPr kumimoji="1" lang="zh-TW" altLang="en-US" sz="24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E39E9A5-CCD9-427B-8D39-CCD7DB360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0" y="1258061"/>
            <a:ext cx="8714160" cy="119214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A1C73276-1F4E-D21D-29AF-271945150A1B}"/>
              </a:ext>
            </a:extLst>
          </p:cNvPr>
          <p:cNvSpPr txBox="1">
            <a:spLocks/>
          </p:cNvSpPr>
          <p:nvPr/>
        </p:nvSpPr>
        <p:spPr>
          <a:xfrm>
            <a:off x="628650" y="3264347"/>
            <a:ext cx="7886700" cy="572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00" dirty="0">
                <a:solidFill>
                  <a:srgbClr val="000000"/>
                </a:solidFill>
                <a:latin typeface="Taipei Sans TC Beta" pitchFamily="2" charset="-120"/>
                <a:ea typeface="Taipei Sans TC Beta" pitchFamily="2" charset="-120"/>
              </a:rPr>
              <a:t>R</a:t>
            </a:r>
            <a:r>
              <a:rPr lang="en-US" altLang="zh-TW" sz="2400" b="0" i="0" u="none" strike="noStrike" dirty="0">
                <a:solidFill>
                  <a:srgbClr val="000000"/>
                </a:solidFill>
                <a:effectLst/>
                <a:latin typeface="Taipei Sans TC Beta" pitchFamily="2" charset="-120"/>
                <a:ea typeface="Taipei Sans TC Beta" pitchFamily="2" charset="-120"/>
              </a:rPr>
              <a:t>etrieve admin password</a:t>
            </a:r>
            <a:r>
              <a:rPr lang="en-US" altLang="zh-TW" sz="2400" b="0" i="0" u="none" strike="noStrike" dirty="0">
                <a:solidFill>
                  <a:srgbClr val="595959"/>
                </a:solidFill>
                <a:effectLst/>
                <a:latin typeface="Taipei Sans TC Beta" pitchFamily="2" charset="-120"/>
                <a:ea typeface="Taipei Sans TC Beta" pitchFamily="2" charset="-120"/>
              </a:rPr>
              <a:t> </a:t>
            </a:r>
            <a:endParaRPr kumimoji="1" lang="zh-TW" altLang="en-US" sz="32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1037CD1-E27B-A67B-D654-D536765718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537"/>
          <a:stretch/>
        </p:blipFill>
        <p:spPr>
          <a:xfrm>
            <a:off x="572990" y="4168619"/>
            <a:ext cx="7998019" cy="109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3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4B11-9848-2C60-2CB9-171A033D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161417-7181-3A7D-9103-C5137D46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21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2400" dirty="0" err="1">
                <a:latin typeface="Taipei Sans TC Beta" pitchFamily="2" charset="-120"/>
                <a:ea typeface="Taipei Sans TC Beta" pitchFamily="2" charset="-120"/>
              </a:rPr>
              <a:t>Domjudge</a:t>
            </a:r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 login</a:t>
            </a:r>
            <a:endParaRPr kumimoji="1" lang="zh-TW" altLang="en-US" sz="24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E9ABC0-5713-E7B7-0059-1EA962D5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8199"/>
            <a:ext cx="7772400" cy="463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E079-DD6D-1207-8EC4-938D967F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3E726A-A50F-0C44-15E6-53E36BE7D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21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docker compose up – d  &amp;&amp; docker </a:t>
            </a:r>
            <a:r>
              <a:rPr kumimoji="1" lang="en-US" altLang="zh-TW" sz="2400" dirty="0" err="1">
                <a:latin typeface="Taipei Sans TC Beta" pitchFamily="2" charset="-120"/>
                <a:ea typeface="Taipei Sans TC Beta" pitchFamily="2" charset="-120"/>
              </a:rPr>
              <a:t>ps</a:t>
            </a:r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 -a</a:t>
            </a:r>
            <a:endParaRPr kumimoji="1" lang="zh-TW" altLang="en-US" sz="24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F6D0C3-CD9B-F97E-C873-99F30F5F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6" y="1216607"/>
            <a:ext cx="8504488" cy="291751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863011C-CAC9-1AE9-F3D7-6D6B9F28EAC8}"/>
              </a:ext>
            </a:extLst>
          </p:cNvPr>
          <p:cNvSpPr txBox="1"/>
          <p:nvPr/>
        </p:nvSpPr>
        <p:spPr>
          <a:xfrm>
            <a:off x="2286000" y="44134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ipei Sans TC Beta" pitchFamily="2" charset="-120"/>
                <a:ea typeface="Taipei Sans TC Beta" pitchFamily="2" charset="-120"/>
                <a:cs typeface="+mn-cs"/>
              </a:rPr>
              <a:t>Retrieve admin password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ipei Sans TC Beta" pitchFamily="2" charset="-120"/>
                <a:ea typeface="Taipei Sans TC Beta" pitchFamily="2" charset="-120"/>
                <a:cs typeface="+mn-cs"/>
              </a:rPr>
              <a:t> </a:t>
            </a:r>
            <a:endParaRPr kumimoji="1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ipei Sans TC Beta" pitchFamily="2" charset="-120"/>
              <a:ea typeface="Taipei Sans TC Beta" pitchFamily="2" charset="-120"/>
              <a:cs typeface="+mn-cs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92E0454-067F-98BB-A36C-CAC00EE26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54478"/>
            <a:ext cx="7772400" cy="112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2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61D2-A45D-DA9F-08AE-F6C97977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D7C899-5B63-E641-1DCD-35DF4AB2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21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docker-</a:t>
            </a:r>
            <a:r>
              <a:rPr kumimoji="1" lang="en-US" altLang="zh-TW" sz="2400" dirty="0" err="1">
                <a:latin typeface="Taipei Sans TC Beta" pitchFamily="2" charset="-120"/>
                <a:ea typeface="Taipei Sans TC Beta" pitchFamily="2" charset="-120"/>
              </a:rPr>
              <a:t>compose.yml</a:t>
            </a:r>
            <a:endParaRPr kumimoji="1" lang="zh-TW" altLang="en-US" sz="24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0C54C6-505B-BDCF-7731-AE7ED5F7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97" y="1197601"/>
            <a:ext cx="8206805" cy="49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0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D3E8-ECF7-FEF1-864B-E97E8EE4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1576DD-74D8-E65B-99EA-AC64754FC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21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2400" dirty="0" err="1">
                <a:latin typeface="Taipei Sans TC Beta" pitchFamily="2" charset="-120"/>
                <a:ea typeface="Taipei Sans TC Beta" pitchFamily="2" charset="-120"/>
              </a:rPr>
              <a:t>Domjudge</a:t>
            </a:r>
            <a:r>
              <a:rPr kumimoji="1" lang="en-US" altLang="zh-TW" sz="2400" dirty="0">
                <a:latin typeface="Taipei Sans TC Beta" pitchFamily="2" charset="-120"/>
                <a:ea typeface="Taipei Sans TC Beta" pitchFamily="2" charset="-120"/>
              </a:rPr>
              <a:t> login</a:t>
            </a:r>
            <a:endParaRPr kumimoji="1" lang="zh-TW" altLang="en-US" sz="2400" dirty="0"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4B5C466-A87D-E801-6E85-0EA1998D8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2" y="1108075"/>
            <a:ext cx="7772400" cy="46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63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38</Words>
  <Application>Microsoft Macintosh PowerPoint</Application>
  <PresentationFormat>如螢幕大小 (4:3)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Taipei Sans TC Beta</vt:lpstr>
      <vt:lpstr>Arial</vt:lpstr>
      <vt:lpstr>Calibri</vt:lpstr>
      <vt:lpstr>Calibri Light</vt:lpstr>
      <vt:lpstr>Office 佈景主題</vt:lpstr>
      <vt:lpstr>NASA LAB 8</vt:lpstr>
      <vt:lpstr>Docker run</vt:lpstr>
      <vt:lpstr>Docker ps -a</vt:lpstr>
      <vt:lpstr>Domjudge login</vt:lpstr>
      <vt:lpstr>docker compose up – d  &amp;&amp; docker ps -a</vt:lpstr>
      <vt:lpstr>docker-compose.yml</vt:lpstr>
      <vt:lpstr>Domjudge login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3</cp:revision>
  <dcterms:created xsi:type="dcterms:W3CDTF">2025-04-14T04:04:13Z</dcterms:created>
  <dcterms:modified xsi:type="dcterms:W3CDTF">2025-04-14T04:12:20Z</dcterms:modified>
  <cp:category/>
</cp:coreProperties>
</file>
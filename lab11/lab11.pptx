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54"/>
    <p:restoredTop sz="94671"/>
  </p:normalViewPr>
  <p:slideViewPr>
    <p:cSldViewPr snapToGrid="0">
      <p:cViewPr varScale="1">
        <p:scale>
          <a:sx n="96" d="100"/>
          <a:sy n="96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876250-0403-7AA4-F1EC-22AE16D1A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FC9C17B-6189-18A4-CF95-6C1A8D990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F0FC64-3297-FDBA-A8E0-B6CCD296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4C25F5-9785-9D1E-9AC8-DED246F7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D9C25D-7EED-6D21-D34C-4AB9D742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651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A299B-38FE-87AC-F61B-11F8DFC3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4D82FE-9901-5F35-3861-1394369D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EDB600-881C-C78C-60B2-800BC7F3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21D7FE-35BE-7694-70B1-BA5BBB86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BB0B81-6B0D-FB08-E4CC-D8C3EC19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401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88C10-73A8-C30B-52E0-F82E4C13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CF4115-4C93-68DD-31D9-DD5660B99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A6EB27-F5C4-BBB7-D86C-43C2E2E6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53B023-7F45-582C-46B2-868DA140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EB54C5-2D7E-3840-D55D-968E5BAF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167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041174-31AC-6D81-065B-31055D18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855D91-91ED-4178-72DB-83FD5F5E2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137DC15-DAAA-1F91-5EAC-58607340D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7249A-AF5F-EE21-4025-78952284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F3A5E7-35B9-5AEC-F089-73C12319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56CACB-DF03-BD86-1C7B-C01E4BEC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1867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A7FC2-5B62-3AAB-221E-766D7B19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E85F34-8AFD-881B-47AC-B1706B895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7696D04-D89F-C6D8-FADB-26C08E5F2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1C6458C-BBF3-F579-3806-85B4F2889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34A04B4-EA06-F464-9421-AA50F1CDD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7C70146-72E5-F175-EF5C-736ABEA9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B1E77E-64FA-F1DA-DC39-19732D01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76A081-EBD1-7368-C45E-380B1863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46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A9359-2169-D20E-B89F-D900C6D1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212D8FE-0FD1-7FA1-44E2-7FC997D4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C9338F7-2433-3BE5-400F-10D22CD5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E75C33A-7454-D6F8-3469-20871A64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6825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E56676-D3C7-AA3D-A5B0-6AD49851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B6F2F3-6065-D714-1059-FB867931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8C2B9D-4793-243D-2D1A-782BFB80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158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6DE31D-E62A-82AB-0637-ED01BDDC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CFB67-347C-E8E1-39EE-4E7454ED7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3C3BF22-D322-AF83-2D73-A77969C38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7B0821-144B-918F-70E0-5F6EB982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3EC51E-EC2A-477E-6B43-CD10F5B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13EEA5-487E-F7B8-ABC3-117D6778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3774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6038C-6802-7F39-2045-74B5F8CD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EB28D92-2DFD-E2D0-09E5-E0BD9859E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3256316-13DE-EE09-E26F-9D79B9104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1AE79F-EC4B-B766-B82A-F87E29AD0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6F2878-B45E-B5AD-6138-D39C5458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49A10C-BF6F-45B9-52E1-A8F836AB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0986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7768D-9951-1290-7E2F-011F06D8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E7E2CB-5018-7744-EB34-553B4F0C2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FE2889-4EEC-46EC-9EC7-EDCDC87D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A1084D-5DAA-2A08-3C9E-AC4109DD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6D42B2-5137-B108-405C-765667498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0778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138D23F-0341-D1DE-ECF0-6B2501D43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F10FB77-E738-546B-8304-87C315C00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AC18F4-87D4-69FD-EBBA-236C4BB3E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F2F85B-4809-139D-6B2F-5EDBDB6F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92BDC5-EDDB-6503-EEFC-A45B7F77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214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865E7A9-E283-9CFB-64D6-2EA83793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045AC6-CA8B-70DA-AC3B-D80CE7B81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1A41EA-A46F-49AE-E10F-E9F2C51A8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59E9D-6641-ED47-96FA-64B8EDF93C24}" type="datetimeFigureOut">
              <a:rPr kumimoji="1" lang="zh-TW" altLang="en-US" smtClean="0"/>
              <a:t>2025/5/10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E3D840-A34E-E333-ABC1-2755FC792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30F120-3B37-84EF-F142-5CA30C856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90D6-63EE-7F43-BED9-681F858E001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00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CCB2E9-3780-447E-CFBF-DF9BF9EC6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ea typeface="Heiti TC Medium" pitchFamily="2" charset="-128"/>
                <a:cs typeface="Times New Roman" panose="02020603050405020304" pitchFamily="18" charset="0"/>
              </a:rPr>
              <a:t>NASA LAB 11</a:t>
            </a:r>
            <a:endParaRPr kumimoji="1" lang="zh-TW" altLang="en-US" dirty="0">
              <a:latin typeface="Times New Roman" panose="02020603050405020304" pitchFamily="18" charset="0"/>
              <a:ea typeface="Heiti TC Medium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AB0B8A-D3AD-8B6E-9743-269891499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38"/>
            <a:ext cx="9144000" cy="1655762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ea typeface="Heiti TC Medium" pitchFamily="2" charset="-128"/>
                <a:cs typeface="Times New Roman" panose="02020603050405020304" pitchFamily="18" charset="0"/>
              </a:rPr>
              <a:t>B13901011 </a:t>
            </a:r>
            <a:r>
              <a:rPr kumimoji="1" lang="zh-TW" altLang="en-US" dirty="0">
                <a:latin typeface="Times New Roman" panose="02020603050405020304" pitchFamily="18" charset="0"/>
                <a:ea typeface="Heiti TC Medium" pitchFamily="2" charset="-128"/>
                <a:cs typeface="Times New Roman" panose="02020603050405020304" pitchFamily="18" charset="0"/>
              </a:rPr>
              <a:t>吳亞倫</a:t>
            </a:r>
          </a:p>
        </p:txBody>
      </p:sp>
    </p:spTree>
    <p:extLst>
      <p:ext uri="{BB962C8B-B14F-4D97-AF65-F5344CB8AC3E}">
        <p14:creationId xmlns:p14="http://schemas.microsoft.com/office/powerpoint/2010/main" val="143368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3AC01D-E4BA-63D6-AE14-0E90D3A7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dirty="0">
                <a:latin typeface="Times New Roman" panose="02020603050405020304" pitchFamily="18" charset="0"/>
                <a:ea typeface="Heiti TC Medium" pitchFamily="2" charset="-128"/>
                <a:cs typeface="Times New Roman" panose="02020603050405020304" pitchFamily="18" charset="0"/>
              </a:rPr>
              <a:t>1. </a:t>
            </a:r>
            <a:r>
              <a:rPr kumimoji="1" lang="zh-TW" altLang="en-US" dirty="0">
                <a:latin typeface="Times New Roman" panose="02020603050405020304" pitchFamily="18" charset="0"/>
                <a:ea typeface="Heiti TC Medium" pitchFamily="2" charset="-128"/>
                <a:cs typeface="Times New Roman" panose="02020603050405020304" pitchFamily="18" charset="0"/>
              </a:rPr>
              <a:t>測量數據</a:t>
            </a: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B7BE2C80-616F-B8C1-D5EC-94F39ABB9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540052"/>
              </p:ext>
            </p:extLst>
          </p:nvPr>
        </p:nvGraphicFramePr>
        <p:xfrm>
          <a:off x="516000" y="1960660"/>
          <a:ext cx="11160000" cy="4320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5970719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16763006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401868887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018897525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31608205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19973546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415560364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714919576"/>
                    </a:ext>
                  </a:extLst>
                </a:gridCol>
              </a:tblGrid>
              <a:tr h="7030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2.4G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最近點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最遠點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隔牆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5G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最近點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最遠點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隔牆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070775"/>
                  </a:ext>
                </a:extLst>
              </a:tr>
              <a:tr h="1205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Signal Strength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dBm)</a:t>
                      </a:r>
                      <a:endParaRPr lang="en-US" altLang="zh-TW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-25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-43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-47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Signal Strength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dBm)</a:t>
                      </a:r>
                      <a:endParaRPr lang="en-US" altLang="zh-TW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-36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-53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-66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073733"/>
                  </a:ext>
                </a:extLst>
              </a:tr>
              <a:tr h="12059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SNR</a:t>
                      </a:r>
                    </a:p>
                    <a:p>
                      <a:pPr algn="ctr"/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dBm)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64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SNR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dBm)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55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8232"/>
                  </a:ext>
                </a:extLst>
              </a:tr>
              <a:tr h="12059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Transmission rate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Mbps)</a:t>
                      </a:r>
                      <a:endParaRPr lang="en-US" altLang="zh-TW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229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154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154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Transmission rate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Mbps)</a:t>
                      </a:r>
                      <a:endParaRPr lang="en-US" altLang="zh-TW" sz="2000" b="0" i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960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540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eiti TC Medium" pitchFamily="2" charset="-128"/>
                          <a:cs typeface="Times New Roman" panose="02020603050405020304" pitchFamily="18" charset="0"/>
                        </a:rPr>
                        <a:t>144 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eiti TC Medium" pitchFamily="2" charset="-128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072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04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269E-C145-5A2B-4F23-FFD7E5A8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649AD-05B3-0441-BD94-4D22A814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Heiti TC Medium" pitchFamily="2" charset="-128"/>
                <a:ea typeface="Heiti TC Medium" pitchFamily="2" charset="-128"/>
                <a:cs typeface="Times New Roman" panose="02020603050405020304" pitchFamily="18" charset="0"/>
              </a:rPr>
              <a:t>指標意義與單位</a:t>
            </a:r>
            <a:endParaRPr kumimoji="1" lang="zh-TW" altLang="en-US" dirty="0">
              <a:latin typeface="Heiti TC Medium" pitchFamily="2" charset="-128"/>
              <a:ea typeface="Heiti TC Medium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585ACE8-013D-979C-5DE4-5ED5C0477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234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Signal Strength (RSSI)</a:t>
            </a: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接收訊號強度，代表 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AP 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傳來的射頻功率，單位為 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dBm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，數值越大代表訊號越好。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SNR</a:t>
            </a: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訊號雜訊比（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Signal‑to‑Noise Ratio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）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= RSSI − Noise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，衡量「訊號明顯度」。 單位為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 dBm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，數字越大代表訊號品質越好。</a:t>
            </a:r>
            <a:endParaRPr lang="en-US" altLang="zh-TW" sz="2400" dirty="0">
              <a:latin typeface="Times New Roman" panose="02020603050405020304" pitchFamily="18" charset="0"/>
              <a:ea typeface="Noto Sans TC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Transmission Rate</a:t>
            </a: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實際的連線速率，單位為</a:t>
            </a:r>
            <a:r>
              <a:rPr lang="en-US" altLang="zh-TW" sz="24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 Mbps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Noto Sans TC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15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D8FDF-44D4-8B0E-1E52-9D8E747C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11062C-7833-0303-58EE-F457A604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latin typeface="Heiti TC Medium" pitchFamily="2" charset="-128"/>
                <a:ea typeface="Heiti TC Medium" pitchFamily="2" charset="-128"/>
                <a:cs typeface="Times New Roman" panose="02020603050405020304" pitchFamily="18" charset="0"/>
              </a:rPr>
              <a:t>數據分析</a:t>
            </a:r>
            <a:endParaRPr kumimoji="1" lang="zh-TW" altLang="en-US" dirty="0">
              <a:latin typeface="Heiti TC Medium" pitchFamily="2" charset="-128"/>
              <a:ea typeface="Heiti TC Medium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2B6C74-7E78-7F05-9591-94A4C05E3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18" y="1438896"/>
            <a:ext cx="11376164" cy="4736617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距離對各項數據的影響</a:t>
            </a:r>
            <a:endParaRPr lang="en-US" altLang="zh-TW" sz="2400" b="1" dirty="0">
              <a:latin typeface="Times New Roman" panose="02020603050405020304" pitchFamily="18" charset="0"/>
              <a:ea typeface="Noto Sans TC" panose="020B0500000000000000" pitchFamily="34" charset="-128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離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 AP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越近，訊號最強、雜訊最少，速度最快；往遠處走，訊號就像聲音變小一樣快速衰退，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SNR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也跟着下降，所以裝置為了不掉封包會自動把連線速率往下調。實測裡，當距離拉遠時，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2.4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從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–25 dBm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掉到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–43 dBm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時，速度從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229 Mbps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降到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154 Mbps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；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5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則從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–36 dBm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掉到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–53 dBm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時，速度直接從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960 Mbps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掉到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540 Mbps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。的確有符合隨著距離越遠，強度越弱、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SNR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越低以及速率越慢的預期。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2.4G </a:t>
            </a: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和 </a:t>
            </a:r>
            <a:r>
              <a:rPr lang="en-US" altLang="zh-TW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5G </a:t>
            </a:r>
            <a:r>
              <a:rPr lang="zh-TW" altLang="en-US" sz="2400" b="1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在隔牆時的訊號衰減</a:t>
            </a:r>
            <a:endParaRPr lang="en-US" altLang="zh-TW" sz="2400" b="1" dirty="0">
              <a:latin typeface="Times New Roman" panose="02020603050405020304" pitchFamily="18" charset="0"/>
              <a:ea typeface="Noto Sans TC" panose="020B0500000000000000" pitchFamily="34" charset="-128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穿過一面牆後，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2.4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的訊號只再掉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4 dB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，但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5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一口氣多掉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13 dB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，速度只剩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144 Mbps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。原因很符合理論值的預期：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5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的波長比較短，繞射能力較差，牆壁會阻擋訊號。而 </a:t>
            </a:r>
            <a:r>
              <a:rPr lang="en-US" altLang="zh-TW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2.4 GHz </a:t>
            </a:r>
            <a:r>
              <a:rPr lang="zh-TW" altLang="en-US" sz="2000" dirty="0">
                <a:latin typeface="Times New Roman" panose="02020603050405020304" pitchFamily="18" charset="0"/>
                <a:ea typeface="Noto Sans TC" panose="020B0500000000000000" pitchFamily="34" charset="-128"/>
                <a:cs typeface="Times New Roman" panose="02020603050405020304" pitchFamily="18" charset="0"/>
              </a:rPr>
              <a:t>波長較長，繞射與穿透能力好一些，所以掉得沒那麼多。</a:t>
            </a:r>
          </a:p>
        </p:txBody>
      </p:sp>
    </p:spTree>
    <p:extLst>
      <p:ext uri="{BB962C8B-B14F-4D97-AF65-F5344CB8AC3E}">
        <p14:creationId xmlns:p14="http://schemas.microsoft.com/office/powerpoint/2010/main" val="3015255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378</Words>
  <Application>Microsoft Macintosh PowerPoint</Application>
  <PresentationFormat>寬螢幕</PresentationFormat>
  <Paragraphs>50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HEITI TC MEDIUM</vt:lpstr>
      <vt:lpstr>HEITI TC MEDIUM</vt:lpstr>
      <vt:lpstr>Arial</vt:lpstr>
      <vt:lpstr>Calibri</vt:lpstr>
      <vt:lpstr>Calibri Light</vt:lpstr>
      <vt:lpstr>Times New Roman</vt:lpstr>
      <vt:lpstr>Office 佈景主題</vt:lpstr>
      <vt:lpstr>NASA LAB 11</vt:lpstr>
      <vt:lpstr>1. 測量數據</vt:lpstr>
      <vt:lpstr>指標意義與單位</vt:lpstr>
      <vt:lpstr>數據分析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Microsoft Office User</dc:creator>
  <cp:keywords/>
  <dc:description/>
  <cp:lastModifiedBy>Microsoft Office User</cp:lastModifiedBy>
  <cp:revision>15</cp:revision>
  <dcterms:created xsi:type="dcterms:W3CDTF">2025-05-05T03:40:09Z</dcterms:created>
  <dcterms:modified xsi:type="dcterms:W3CDTF">2025-05-10T06:14:05Z</dcterms:modified>
  <cp:category/>
</cp:coreProperties>
</file>
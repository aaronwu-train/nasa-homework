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1"/>
  </p:normalViewPr>
  <p:slideViewPr>
    <p:cSldViewPr snapToGrid="0">
      <p:cViewPr varScale="1">
        <p:scale>
          <a:sx n="97" d="100"/>
          <a:sy n="97" d="100"/>
        </p:scale>
        <p:origin x="18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8697-F1EE-3C48-B374-6B1B9702111B}" type="datetimeFigureOut">
              <a:rPr kumimoji="1" lang="zh-TW" altLang="en-US" smtClean="0"/>
              <a:t>2025/3/31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843A-A123-3B4A-B58B-5A9B0806CFA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60136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8697-F1EE-3C48-B374-6B1B9702111B}" type="datetimeFigureOut">
              <a:rPr kumimoji="1" lang="zh-TW" altLang="en-US" smtClean="0"/>
              <a:t>2025/3/31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843A-A123-3B4A-B58B-5A9B0806CFA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5900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8697-F1EE-3C48-B374-6B1B9702111B}" type="datetimeFigureOut">
              <a:rPr kumimoji="1" lang="zh-TW" altLang="en-US" smtClean="0"/>
              <a:t>2025/3/31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843A-A123-3B4A-B58B-5A9B0806CFA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9101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8697-F1EE-3C48-B374-6B1B9702111B}" type="datetimeFigureOut">
              <a:rPr kumimoji="1" lang="zh-TW" altLang="en-US" smtClean="0"/>
              <a:t>2025/3/31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843A-A123-3B4A-B58B-5A9B0806CFA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19573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8697-F1EE-3C48-B374-6B1B9702111B}" type="datetimeFigureOut">
              <a:rPr kumimoji="1" lang="zh-TW" altLang="en-US" smtClean="0"/>
              <a:t>2025/3/31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843A-A123-3B4A-B58B-5A9B0806CFA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63829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8697-F1EE-3C48-B374-6B1B9702111B}" type="datetimeFigureOut">
              <a:rPr kumimoji="1" lang="zh-TW" altLang="en-US" smtClean="0"/>
              <a:t>2025/3/31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843A-A123-3B4A-B58B-5A9B0806CFA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83211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8697-F1EE-3C48-B374-6B1B9702111B}" type="datetimeFigureOut">
              <a:rPr kumimoji="1" lang="zh-TW" altLang="en-US" smtClean="0"/>
              <a:t>2025/3/31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843A-A123-3B4A-B58B-5A9B0806CFA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5510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8697-F1EE-3C48-B374-6B1B9702111B}" type="datetimeFigureOut">
              <a:rPr kumimoji="1" lang="zh-TW" altLang="en-US" smtClean="0"/>
              <a:t>2025/3/31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843A-A123-3B4A-B58B-5A9B0806CFA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110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8697-F1EE-3C48-B374-6B1B9702111B}" type="datetimeFigureOut">
              <a:rPr kumimoji="1" lang="zh-TW" altLang="en-US" smtClean="0"/>
              <a:t>2025/3/31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843A-A123-3B4A-B58B-5A9B0806CFA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9949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8697-F1EE-3C48-B374-6B1B9702111B}" type="datetimeFigureOut">
              <a:rPr kumimoji="1" lang="zh-TW" altLang="en-US" smtClean="0"/>
              <a:t>2025/3/31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843A-A123-3B4A-B58B-5A9B0806CFA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9391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8697-F1EE-3C48-B374-6B1B9702111B}" type="datetimeFigureOut">
              <a:rPr kumimoji="1" lang="zh-TW" altLang="en-US" smtClean="0"/>
              <a:t>2025/3/31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0843A-A123-3B4A-B58B-5A9B0806CFA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54579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78697-F1EE-3C48-B374-6B1B9702111B}" type="datetimeFigureOut">
              <a:rPr kumimoji="1" lang="zh-TW" altLang="en-US" smtClean="0"/>
              <a:t>2025/3/31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0843A-A123-3B4A-B58B-5A9B0806CFA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86666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DEDA34-5DD3-B1C3-D457-B9874A6339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TW" dirty="0"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Lab 7</a:t>
            </a:r>
            <a:endParaRPr kumimoji="1" lang="zh-TW" altLang="en-US" dirty="0">
              <a:latin typeface="MesloLGS Nerd Font Mono" panose="020B0609030804020204" pitchFamily="49" charset="0"/>
              <a:cs typeface="MesloLGS Nerd Font Mono" panose="020B0609030804020204" pitchFamily="49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57A14A7-C552-8BCC-38E4-D23EA9DBE2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kumimoji="1" lang="en-US" altLang="zh-TW" dirty="0"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B13901011 </a:t>
            </a:r>
            <a:r>
              <a:rPr kumimoji="1" lang="zh-TW" altLang="en-US" dirty="0">
                <a:latin typeface="MesloLGS Nerd Font Mono" panose="020B0609030804020204" pitchFamily="49" charset="0"/>
                <a:ea typeface="Heiti SC Medium" pitchFamily="2" charset="-128"/>
                <a:cs typeface="MesloLGS Nerd Font Mono" panose="020B0609030804020204" pitchFamily="49" charset="0"/>
              </a:rPr>
              <a:t>吳亞倫</a:t>
            </a:r>
            <a:endParaRPr kumimoji="1" lang="zh-TW" altLang="en-US" dirty="0">
              <a:latin typeface="MesloLGS Nerd Font Mono" panose="020B0609030804020204" pitchFamily="49" charset="0"/>
              <a:ea typeface="Heiti SC Medium" pitchFamily="2" charset="-128"/>
              <a:cs typeface="MesloLGS Nerd Font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472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D4BA69-EC9E-A396-620A-FB02EA404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6269"/>
            <a:ext cx="7886700" cy="670374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TW" sz="3200" dirty="0" err="1"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Wordpress</a:t>
            </a:r>
            <a:r>
              <a:rPr kumimoji="1" lang="en-US" altLang="zh-TW" sz="3200" dirty="0"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 Website </a:t>
            </a:r>
            <a:endParaRPr kumimoji="1" lang="zh-TW" altLang="en-US" sz="3200" dirty="0">
              <a:latin typeface="MesloLGS Nerd Font Mono" panose="020B0609030804020204" pitchFamily="49" charset="0"/>
              <a:cs typeface="MesloLGS Nerd Font Mono" panose="020B0609030804020204" pitchFamily="49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327C3D2-4236-679F-606D-530F7DB1C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351" y="1102417"/>
            <a:ext cx="8847298" cy="5296092"/>
          </a:xfrm>
        </p:spPr>
      </p:pic>
    </p:spTree>
    <p:extLst>
      <p:ext uri="{BB962C8B-B14F-4D97-AF65-F5344CB8AC3E}">
        <p14:creationId xmlns:p14="http://schemas.microsoft.com/office/powerpoint/2010/main" val="4102364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EB491-AC45-B011-71BC-8C91A8B22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94AF47-F8D6-E726-2872-1F296F9B1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6269"/>
            <a:ext cx="7886700" cy="670374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TW" sz="3200" dirty="0">
                <a:latin typeface="MesloLGS Nerd Font Mono" panose="020B0609030804020204" pitchFamily="49" charset="0"/>
                <a:ea typeface="MesloLGS Nerd Font Mono" panose="020B0609030804020204" pitchFamily="49" charset="0"/>
                <a:cs typeface="MesloLGS Nerd Font Mono" panose="020B0609030804020204" pitchFamily="49" charset="0"/>
              </a:rPr>
              <a:t>Database</a:t>
            </a:r>
            <a:endParaRPr kumimoji="1" lang="zh-TW" altLang="en-US" sz="3200" dirty="0">
              <a:latin typeface="MesloLGS Nerd Font Mono" panose="020B0609030804020204" pitchFamily="49" charset="0"/>
              <a:cs typeface="MesloLGS Nerd Font Mono" panose="020B0609030804020204" pitchFamily="49" charset="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A22A26C-0CF2-D62A-A0FD-F58AE811C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5621" y="1058617"/>
            <a:ext cx="7092757" cy="5513114"/>
          </a:xfrm>
        </p:spPr>
      </p:pic>
    </p:spTree>
    <p:extLst>
      <p:ext uri="{BB962C8B-B14F-4D97-AF65-F5344CB8AC3E}">
        <p14:creationId xmlns:p14="http://schemas.microsoft.com/office/powerpoint/2010/main" val="4136214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9</Words>
  <Application>Microsoft Macintosh PowerPoint</Application>
  <PresentationFormat>如螢幕大小 (4:3)</PresentationFormat>
  <Paragraphs>4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MesloLGS Nerd Font Mono</vt:lpstr>
      <vt:lpstr>Office 佈景主題</vt:lpstr>
      <vt:lpstr>Lab 7</vt:lpstr>
      <vt:lpstr>Wordpress Website </vt:lpstr>
      <vt:lpstr>Database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Microsoft Office User</dc:creator>
  <cp:keywords/>
  <dc:description/>
  <cp:lastModifiedBy>Microsoft Office User</cp:lastModifiedBy>
  <cp:revision>2</cp:revision>
  <dcterms:created xsi:type="dcterms:W3CDTF">2025-03-31T05:40:40Z</dcterms:created>
  <dcterms:modified xsi:type="dcterms:W3CDTF">2025-03-31T05:44:38Z</dcterms:modified>
  <cp:category/>
</cp:coreProperties>
</file>
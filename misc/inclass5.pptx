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31"/>
  </p:normalViewPr>
  <p:slideViewPr>
    <p:cSldViewPr snapToGrid="0">
      <p:cViewPr varScale="1">
        <p:scale>
          <a:sx n="97" d="100"/>
          <a:sy n="97" d="100"/>
        </p:scale>
        <p:origin x="9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2F6993-2479-DB43-948D-07797741121E}" type="datetimeFigureOut">
              <a:rPr kumimoji="1" lang="zh-TW" altLang="en-US" smtClean="0"/>
              <a:t>2025/3/22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672760-0B54-544B-BAB1-1F36AD3C330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29936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672760-0B54-544B-BAB1-1F36AD3C3301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16383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6EB6E4-B409-C097-3BD4-6E5ED9516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88CE372-E9B0-7DD5-AAF8-AC05F96E97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6C46D9-BE20-2208-BC09-A1FC15978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8B16-2C60-FC46-AB8C-0D241A7D6425}" type="datetimeFigureOut">
              <a:rPr kumimoji="1" lang="zh-TW" altLang="en-US" smtClean="0"/>
              <a:t>2025/3/22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F6A871C-FE08-AF5E-8AF1-2FD69A6D6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AB49F80-90FC-7DC0-207B-B1C2F2C7F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DE891-3765-3346-BF64-99B862FC174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36871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742F19-0169-289F-24C6-16EFD80B3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6D549E-C9B4-FADD-45E9-5421CF531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EAD31E0-3985-DCA6-380B-B96840381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8B16-2C60-FC46-AB8C-0D241A7D6425}" type="datetimeFigureOut">
              <a:rPr kumimoji="1" lang="zh-TW" altLang="en-US" smtClean="0"/>
              <a:t>2025/3/22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7ACDA2C-EEB3-A83A-FD38-E1C8325D3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3800DEE-8CFA-2B14-9CF8-3444565FB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DE891-3765-3346-BF64-99B862FC174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82564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77BB20-0776-0658-491B-23D1433C2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5F89895-B8B8-6704-64B1-0C3384BB2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8CF7DAE-1D31-F609-FA24-AF146F65D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8B16-2C60-FC46-AB8C-0D241A7D6425}" type="datetimeFigureOut">
              <a:rPr kumimoji="1" lang="zh-TW" altLang="en-US" smtClean="0"/>
              <a:t>2025/3/22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BAF4FC6-7382-4515-35D9-9373C0429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70D4C6-D5E3-F409-48C7-FE875208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DE891-3765-3346-BF64-99B862FC174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49291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B158E3-42BE-C602-E9C0-6D87DC4B0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3278E7-5434-9A36-4D1A-E147819D6C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7B8CEC9-1CC2-D7CA-DD47-9A9620480C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88D6534-4B9B-CBC1-AF51-AB9A8E7F6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8B16-2C60-FC46-AB8C-0D241A7D6425}" type="datetimeFigureOut">
              <a:rPr kumimoji="1" lang="zh-TW" altLang="en-US" smtClean="0"/>
              <a:t>2025/3/22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7E85880-499F-FE2F-ADA7-71AFCDFAC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5C89F16-9DDE-D6CD-F493-22FD8D289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DE891-3765-3346-BF64-99B862FC174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17692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597D7-171C-483A-F186-9A6695E5E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8572BCD-AA95-21F4-08A6-5B84230C7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22D567B-26D8-7568-D377-CE8AA0C371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E149382-4B6D-F03D-D4BA-4BB121C070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FF489F-1C63-7789-7E30-B4BE5E8FD4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1D7CE26-9555-742B-9194-2D2415EC6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8B16-2C60-FC46-AB8C-0D241A7D6425}" type="datetimeFigureOut">
              <a:rPr kumimoji="1" lang="zh-TW" altLang="en-US" smtClean="0"/>
              <a:t>2025/3/22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03B87E7-2304-BB15-7B0D-50AC357CC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A52D0E4-1C23-21FB-04DB-27F81CB5F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DE891-3765-3346-BF64-99B862FC174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45479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5945F0-F3AD-D15D-BCEA-4636BE9E1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D244DF7-101A-4856-25CA-C1FDAD15B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8B16-2C60-FC46-AB8C-0D241A7D6425}" type="datetimeFigureOut">
              <a:rPr kumimoji="1" lang="zh-TW" altLang="en-US" smtClean="0"/>
              <a:t>2025/3/22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4FDF3B0-69B2-63BC-A592-4DB10A2C6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40C6772-DE8D-AD2E-86CA-16205CBF5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DE891-3765-3346-BF64-99B862FC174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80767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5517348-1A31-05E6-EC41-76942C5FF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8B16-2C60-FC46-AB8C-0D241A7D6425}" type="datetimeFigureOut">
              <a:rPr kumimoji="1" lang="zh-TW" altLang="en-US" smtClean="0"/>
              <a:t>2025/3/22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6983644-9778-031E-419C-9B1FD5FDE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FCC90AA-2E69-041A-C3B9-C303CAE19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DE891-3765-3346-BF64-99B862FC174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6580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AE01CB-9B03-AD10-F01D-9D8ED4303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CA97D9-0350-46E0-1484-91BF9735A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55EF7B0-0977-BD10-D759-D326D2E174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F9DAEA3-EB5E-21E8-386A-3CEE5BAF3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8B16-2C60-FC46-AB8C-0D241A7D6425}" type="datetimeFigureOut">
              <a:rPr kumimoji="1" lang="zh-TW" altLang="en-US" smtClean="0"/>
              <a:t>2025/3/22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82DB846-05D7-7058-05EB-9566BD83E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843F714-466B-5B46-372A-30F68011F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DE891-3765-3346-BF64-99B862FC174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4408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2F4D2C-E297-5B51-D6BC-05ED5D1AB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96E867C-208C-2B80-2BB3-8768FD15CC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5410BF8-5F0A-8CA6-ED70-C36DB78BAA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C22BC8E-797E-C4E3-8C03-A24C30762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8B16-2C60-FC46-AB8C-0D241A7D6425}" type="datetimeFigureOut">
              <a:rPr kumimoji="1" lang="zh-TW" altLang="en-US" smtClean="0"/>
              <a:t>2025/3/22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194CE19-C7FF-7F78-5A97-D442C5B8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7E7DADB-C9FE-B66A-7EC4-E9CE9A519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DE891-3765-3346-BF64-99B862FC174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54180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551C65-4BBF-A8BB-B528-132E29647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87AE54E-4A41-96AF-9B2A-DAFA2EAE25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3AEDB79-EADC-3FFA-D52D-B3AE26660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8B16-2C60-FC46-AB8C-0D241A7D6425}" type="datetimeFigureOut">
              <a:rPr kumimoji="1" lang="zh-TW" altLang="en-US" smtClean="0"/>
              <a:t>2025/3/22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218EDDB-CB40-85B9-D349-1B02262D2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28B019-5F85-0A95-4B87-382EC4894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DE891-3765-3346-BF64-99B862FC174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05787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41A9A82-25E4-3F26-1072-B21A9156B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A61D6BA-2F88-485E-DB2F-72B6B8F7EC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4770E4-DC21-6C79-CE88-D249394C3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8B16-2C60-FC46-AB8C-0D241A7D6425}" type="datetimeFigureOut">
              <a:rPr kumimoji="1" lang="zh-TW" altLang="en-US" smtClean="0"/>
              <a:t>2025/3/22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196D7E-31F2-5F2A-1494-D42370CBA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B4EDBF-96D8-3E4A-579A-FF147C8B1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DE891-3765-3346-BF64-99B862FC174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29293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F413D3C-221B-B1F4-DFD2-60DD28295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22D8483-543E-F9CB-32A1-CDEEEB5BA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ED2C4C-18FE-8F65-7406-519B63193C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28B16-2C60-FC46-AB8C-0D241A7D6425}" type="datetimeFigureOut">
              <a:rPr kumimoji="1" lang="zh-TW" altLang="en-US" smtClean="0"/>
              <a:t>2025/3/22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9E02572-6A0C-D4BA-8291-A765E9A148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6B8D5EC-C7D3-62EF-D730-B8DE7E747C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BDE891-3765-3346-BF64-99B862FC174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88115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9F20C5B-E7FF-6799-9E2B-0DA48298EB99}"/>
              </a:ext>
            </a:extLst>
          </p:cNvPr>
          <p:cNvSpPr/>
          <p:nvPr/>
        </p:nvSpPr>
        <p:spPr>
          <a:xfrm>
            <a:off x="2826026" y="1232453"/>
            <a:ext cx="2491409" cy="140473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000" b="0" i="0" dirty="0">
                <a:solidFill>
                  <a:srgbClr val="333333"/>
                </a:solidFill>
                <a:effectLst/>
                <a:latin typeface="MesloLGS Nerd Font Mono" panose="020B0609030804020204" pitchFamily="49" charset="0"/>
                <a:ea typeface="MesloLGS Nerd Font Mono" panose="020B0609030804020204" pitchFamily="49" charset="0"/>
                <a:cs typeface="MesloLGS Nerd Font Mono" panose="020B0609030804020204" pitchFamily="49" charset="0"/>
              </a:rPr>
              <a:t>140.112</a:t>
            </a:r>
            <a:r>
              <a:rPr lang="en-US" altLang="zh-TW" sz="2000" b="0" i="0" dirty="0">
                <a:solidFill>
                  <a:srgbClr val="7030A0"/>
                </a:solidFill>
                <a:effectLst/>
                <a:latin typeface="MesloLGS Nerd Font Mono" panose="020B0609030804020204" pitchFamily="49" charset="0"/>
                <a:ea typeface="MesloLGS Nerd Font Mono" panose="020B0609030804020204" pitchFamily="49" charset="0"/>
                <a:cs typeface="MesloLGS Nerd Font Mono" panose="020B0609030804020204" pitchFamily="49" charset="0"/>
              </a:rPr>
              <a:t>.28.</a:t>
            </a:r>
            <a:r>
              <a:rPr lang="en-US" altLang="zh-TW" sz="2000" b="0" i="0" dirty="0">
                <a:solidFill>
                  <a:srgbClr val="333333"/>
                </a:solidFill>
                <a:effectLst/>
                <a:latin typeface="MesloLGS Nerd Font Mono" panose="020B0609030804020204" pitchFamily="49" charset="0"/>
                <a:ea typeface="MesloLGS Nerd Font Mono" panose="020B0609030804020204" pitchFamily="49" charset="0"/>
                <a:cs typeface="MesloLGS Nerd Font Mono" panose="020B0609030804020204" pitchFamily="49" charset="0"/>
              </a:rPr>
              <a:t>0/</a:t>
            </a:r>
            <a:r>
              <a:rPr lang="en-US" altLang="zh-TW" sz="2000" b="0" i="0" dirty="0">
                <a:solidFill>
                  <a:srgbClr val="C00000"/>
                </a:solidFill>
                <a:effectLst/>
                <a:latin typeface="MesloLGS Nerd Font Mono" panose="020B0609030804020204" pitchFamily="49" charset="0"/>
                <a:ea typeface="MesloLGS Nerd Font Mono" panose="020B0609030804020204" pitchFamily="49" charset="0"/>
                <a:cs typeface="MesloLGS Nerd Font Mono" panose="020B0609030804020204" pitchFamily="49" charset="0"/>
              </a:rPr>
              <a:t>24</a:t>
            </a:r>
            <a:endParaRPr kumimoji="1" lang="zh-TW" altLang="en-US" sz="2000" dirty="0">
              <a:solidFill>
                <a:srgbClr val="C00000"/>
              </a:solidFill>
              <a:latin typeface="MesloLGS Nerd Font Mono" panose="020B0609030804020204" pitchFamily="49" charset="0"/>
              <a:cs typeface="MesloLGS Nerd Font Mono" panose="020B060903080402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E8F6749-84CD-3986-D20E-712E2CD67BAC}"/>
              </a:ext>
            </a:extLst>
          </p:cNvPr>
          <p:cNvSpPr/>
          <p:nvPr/>
        </p:nvSpPr>
        <p:spPr>
          <a:xfrm>
            <a:off x="6874566" y="4220818"/>
            <a:ext cx="2491409" cy="14047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000" b="0" i="0" dirty="0">
                <a:solidFill>
                  <a:srgbClr val="333333"/>
                </a:solidFill>
                <a:effectLst/>
                <a:latin typeface="MesloLGS Nerd Font Mono" panose="020B0609030804020204" pitchFamily="49" charset="0"/>
                <a:ea typeface="MesloLGS Nerd Font Mono" panose="020B0609030804020204" pitchFamily="49" charset="0"/>
                <a:cs typeface="MesloLGS Nerd Font Mono" panose="020B0609030804020204" pitchFamily="49" charset="0"/>
              </a:rPr>
              <a:t>140.112.</a:t>
            </a:r>
            <a:r>
              <a:rPr lang="en-US" altLang="zh-TW" sz="2000" b="0" i="0" dirty="0">
                <a:solidFill>
                  <a:schemeClr val="accent5">
                    <a:lumMod val="75000"/>
                  </a:schemeClr>
                </a:solidFill>
                <a:effectLst/>
                <a:latin typeface="MesloLGS Nerd Font Mono" panose="020B0609030804020204" pitchFamily="49" charset="0"/>
                <a:ea typeface="MesloLGS Nerd Font Mono" panose="020B0609030804020204" pitchFamily="49" charset="0"/>
                <a:cs typeface="MesloLGS Nerd Font Mono" panose="020B0609030804020204" pitchFamily="49" charset="0"/>
              </a:rPr>
              <a:t>31</a:t>
            </a:r>
            <a:r>
              <a:rPr lang="en-US" altLang="zh-TW" sz="2000" b="0" i="0" dirty="0">
                <a:solidFill>
                  <a:srgbClr val="333333"/>
                </a:solidFill>
                <a:effectLst/>
                <a:latin typeface="MesloLGS Nerd Font Mono" panose="020B0609030804020204" pitchFamily="49" charset="0"/>
                <a:ea typeface="MesloLGS Nerd Font Mono" panose="020B0609030804020204" pitchFamily="49" charset="0"/>
                <a:cs typeface="MesloLGS Nerd Font Mono" panose="020B0609030804020204" pitchFamily="49" charset="0"/>
              </a:rPr>
              <a:t>.0/</a:t>
            </a:r>
            <a:r>
              <a:rPr lang="en-US" altLang="zh-TW" sz="2000" b="0" i="0" dirty="0">
                <a:solidFill>
                  <a:srgbClr val="00B050"/>
                </a:solidFill>
                <a:effectLst/>
                <a:latin typeface="MesloLGS Nerd Font Mono" panose="020B0609030804020204" pitchFamily="49" charset="0"/>
                <a:ea typeface="MesloLGS Nerd Font Mono" panose="020B0609030804020204" pitchFamily="49" charset="0"/>
                <a:cs typeface="MesloLGS Nerd Font Mono" panose="020B0609030804020204" pitchFamily="49" charset="0"/>
              </a:rPr>
              <a:t>22</a:t>
            </a:r>
            <a:endParaRPr kumimoji="1" lang="zh-TW" altLang="en-US" sz="2000" dirty="0">
              <a:solidFill>
                <a:srgbClr val="00B050"/>
              </a:solidFill>
              <a:latin typeface="MesloLGS Nerd Font Mono" panose="020B0609030804020204" pitchFamily="49" charset="0"/>
              <a:cs typeface="MesloLGS Nerd Font Mono" panose="020B06090308040202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4E47C8F-E17F-4EE4-A783-24D742910DAF}"/>
              </a:ext>
            </a:extLst>
          </p:cNvPr>
          <p:cNvSpPr/>
          <p:nvPr/>
        </p:nvSpPr>
        <p:spPr>
          <a:xfrm>
            <a:off x="2826026" y="4220818"/>
            <a:ext cx="2491409" cy="140473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000" b="0" i="0" dirty="0">
                <a:solidFill>
                  <a:srgbClr val="333333"/>
                </a:solidFill>
                <a:effectLst/>
                <a:latin typeface="MesloLGS Nerd Font Mono" panose="020B0609030804020204" pitchFamily="49" charset="0"/>
                <a:ea typeface="MesloLGS Nerd Font Mono" panose="020B0609030804020204" pitchFamily="49" charset="0"/>
                <a:cs typeface="MesloLGS Nerd Font Mono" panose="020B0609030804020204" pitchFamily="49" charset="0"/>
              </a:rPr>
              <a:t>140.112.</a:t>
            </a:r>
            <a:r>
              <a:rPr lang="en-US" altLang="zh-TW" sz="2000" b="0" i="0" dirty="0">
                <a:solidFill>
                  <a:schemeClr val="accent5">
                    <a:lumMod val="75000"/>
                  </a:schemeClr>
                </a:solidFill>
                <a:effectLst/>
                <a:latin typeface="MesloLGS Nerd Font Mono" panose="020B0609030804020204" pitchFamily="49" charset="0"/>
                <a:ea typeface="MesloLGS Nerd Font Mono" panose="020B0609030804020204" pitchFamily="49" charset="0"/>
                <a:cs typeface="MesloLGS Nerd Font Mono" panose="020B0609030804020204" pitchFamily="49" charset="0"/>
              </a:rPr>
              <a:t>31</a:t>
            </a:r>
            <a:r>
              <a:rPr lang="en-US" altLang="zh-TW" sz="2000" b="0" i="0" dirty="0">
                <a:solidFill>
                  <a:srgbClr val="333333"/>
                </a:solidFill>
                <a:effectLst/>
                <a:latin typeface="MesloLGS Nerd Font Mono" panose="020B0609030804020204" pitchFamily="49" charset="0"/>
                <a:ea typeface="MesloLGS Nerd Font Mono" panose="020B0609030804020204" pitchFamily="49" charset="0"/>
                <a:cs typeface="MesloLGS Nerd Font Mono" panose="020B0609030804020204" pitchFamily="49" charset="0"/>
              </a:rPr>
              <a:t>.0/</a:t>
            </a:r>
            <a:r>
              <a:rPr lang="en-US" altLang="zh-TW" sz="2000" b="0" i="0" dirty="0">
                <a:solidFill>
                  <a:srgbClr val="C00000"/>
                </a:solidFill>
                <a:effectLst/>
                <a:latin typeface="MesloLGS Nerd Font Mono" panose="020B0609030804020204" pitchFamily="49" charset="0"/>
                <a:ea typeface="MesloLGS Nerd Font Mono" panose="020B0609030804020204" pitchFamily="49" charset="0"/>
                <a:cs typeface="MesloLGS Nerd Font Mono" panose="020B0609030804020204" pitchFamily="49" charset="0"/>
              </a:rPr>
              <a:t>24</a:t>
            </a:r>
            <a:endParaRPr kumimoji="1" lang="zh-TW" altLang="en-US" sz="2000" dirty="0">
              <a:solidFill>
                <a:srgbClr val="C00000"/>
              </a:solidFill>
              <a:latin typeface="MesloLGS Nerd Font Mono" panose="020B0609030804020204" pitchFamily="49" charset="0"/>
              <a:cs typeface="MesloLGS Nerd Font Mono" panose="020B0609030804020204" pitchFamily="49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BC5862-D0EF-BAAF-C880-FAFB07E34002}"/>
              </a:ext>
            </a:extLst>
          </p:cNvPr>
          <p:cNvSpPr/>
          <p:nvPr/>
        </p:nvSpPr>
        <p:spPr>
          <a:xfrm>
            <a:off x="6874566" y="1232453"/>
            <a:ext cx="2491409" cy="14047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000" b="0" i="0" dirty="0">
                <a:solidFill>
                  <a:srgbClr val="333333"/>
                </a:solidFill>
                <a:effectLst/>
                <a:latin typeface="MesloLGS Nerd Font Mono" panose="020B0609030804020204" pitchFamily="49" charset="0"/>
                <a:ea typeface="MesloLGS Nerd Font Mono" panose="020B0609030804020204" pitchFamily="49" charset="0"/>
                <a:cs typeface="MesloLGS Nerd Font Mono" panose="020B0609030804020204" pitchFamily="49" charset="0"/>
              </a:rPr>
              <a:t>140.112.</a:t>
            </a:r>
            <a:r>
              <a:rPr lang="en-US" altLang="zh-TW" sz="2000" b="0" i="0" dirty="0">
                <a:solidFill>
                  <a:srgbClr val="7030A0"/>
                </a:solidFill>
                <a:effectLst/>
                <a:latin typeface="MesloLGS Nerd Font Mono" panose="020B0609030804020204" pitchFamily="49" charset="0"/>
                <a:ea typeface="MesloLGS Nerd Font Mono" panose="020B0609030804020204" pitchFamily="49" charset="0"/>
                <a:cs typeface="MesloLGS Nerd Font Mono" panose="020B0609030804020204" pitchFamily="49" charset="0"/>
              </a:rPr>
              <a:t>28</a:t>
            </a:r>
            <a:r>
              <a:rPr lang="en-US" altLang="zh-TW" sz="2000" b="0" i="0" dirty="0">
                <a:solidFill>
                  <a:srgbClr val="333333"/>
                </a:solidFill>
                <a:effectLst/>
                <a:latin typeface="MesloLGS Nerd Font Mono" panose="020B0609030804020204" pitchFamily="49" charset="0"/>
                <a:ea typeface="MesloLGS Nerd Font Mono" panose="020B0609030804020204" pitchFamily="49" charset="0"/>
                <a:cs typeface="MesloLGS Nerd Font Mono" panose="020B0609030804020204" pitchFamily="49" charset="0"/>
              </a:rPr>
              <a:t>.0/</a:t>
            </a:r>
            <a:r>
              <a:rPr lang="en-US" altLang="zh-TW" sz="2000" b="0" i="0" dirty="0">
                <a:solidFill>
                  <a:srgbClr val="00B050"/>
                </a:solidFill>
                <a:effectLst/>
                <a:latin typeface="MesloLGS Nerd Font Mono" panose="020B0609030804020204" pitchFamily="49" charset="0"/>
                <a:ea typeface="MesloLGS Nerd Font Mono" panose="020B0609030804020204" pitchFamily="49" charset="0"/>
                <a:cs typeface="MesloLGS Nerd Font Mono" panose="020B0609030804020204" pitchFamily="49" charset="0"/>
              </a:rPr>
              <a:t>22</a:t>
            </a:r>
            <a:endParaRPr kumimoji="1" lang="zh-TW" altLang="en-US" sz="2000" dirty="0">
              <a:solidFill>
                <a:srgbClr val="00B050"/>
              </a:solidFill>
              <a:latin typeface="MesloLGS Nerd Font Mono" panose="020B0609030804020204" pitchFamily="49" charset="0"/>
              <a:cs typeface="MesloLGS Nerd Font Mono" panose="020B0609030804020204" pitchFamily="49" charset="0"/>
            </a:endParaRPr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1A7A5433-AF65-0916-FD58-CA1E882ED266}"/>
              </a:ext>
            </a:extLst>
          </p:cNvPr>
          <p:cNvCxnSpPr>
            <a:cxnSpLocks/>
          </p:cNvCxnSpPr>
          <p:nvPr/>
        </p:nvCxnSpPr>
        <p:spPr>
          <a:xfrm>
            <a:off x="5317435" y="1842053"/>
            <a:ext cx="1557131" cy="0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74E751A6-A193-57AD-1E7B-5DC62D0C28EA}"/>
              </a:ext>
            </a:extLst>
          </p:cNvPr>
          <p:cNvCxnSpPr/>
          <p:nvPr/>
        </p:nvCxnSpPr>
        <p:spPr>
          <a:xfrm>
            <a:off x="5317434" y="2007706"/>
            <a:ext cx="1557131" cy="0"/>
          </a:xfrm>
          <a:prstGeom prst="straightConnector1">
            <a:avLst/>
          </a:prstGeom>
          <a:ln w="57150">
            <a:solidFill>
              <a:srgbClr val="92D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45A6639A-35B1-1062-00EE-4A3314662DCC}"/>
              </a:ext>
            </a:extLst>
          </p:cNvPr>
          <p:cNvCxnSpPr>
            <a:cxnSpLocks/>
          </p:cNvCxnSpPr>
          <p:nvPr/>
        </p:nvCxnSpPr>
        <p:spPr>
          <a:xfrm>
            <a:off x="5317435" y="4757530"/>
            <a:ext cx="1557131" cy="0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2BD89284-4496-EB5E-6D4C-648004C6BE7C}"/>
              </a:ext>
            </a:extLst>
          </p:cNvPr>
          <p:cNvCxnSpPr/>
          <p:nvPr/>
        </p:nvCxnSpPr>
        <p:spPr>
          <a:xfrm>
            <a:off x="5317434" y="4923183"/>
            <a:ext cx="1557131" cy="0"/>
          </a:xfrm>
          <a:prstGeom prst="straightConnector1">
            <a:avLst/>
          </a:prstGeom>
          <a:ln w="57150">
            <a:solidFill>
              <a:srgbClr val="92D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FBD8260F-3007-DC89-64EE-8CEE01F9F48F}"/>
              </a:ext>
            </a:extLst>
          </p:cNvPr>
          <p:cNvCxnSpPr>
            <a:cxnSpLocks/>
          </p:cNvCxnSpPr>
          <p:nvPr/>
        </p:nvCxnSpPr>
        <p:spPr>
          <a:xfrm>
            <a:off x="8027506" y="2637183"/>
            <a:ext cx="0" cy="1583635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B4DC676B-0CE7-FB14-90D4-6007AF63575A}"/>
              </a:ext>
            </a:extLst>
          </p:cNvPr>
          <p:cNvCxnSpPr/>
          <p:nvPr/>
        </p:nvCxnSpPr>
        <p:spPr>
          <a:xfrm>
            <a:off x="8246167" y="2637182"/>
            <a:ext cx="0" cy="1583635"/>
          </a:xfrm>
          <a:prstGeom prst="straightConnector1">
            <a:avLst/>
          </a:prstGeom>
          <a:ln w="57150">
            <a:solidFill>
              <a:srgbClr val="92D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08118167-4065-FC32-A048-356AE68DC3DC}"/>
              </a:ext>
            </a:extLst>
          </p:cNvPr>
          <p:cNvCxnSpPr>
            <a:cxnSpLocks/>
          </p:cNvCxnSpPr>
          <p:nvPr/>
        </p:nvCxnSpPr>
        <p:spPr>
          <a:xfrm>
            <a:off x="3853069" y="2637182"/>
            <a:ext cx="0" cy="1583635"/>
          </a:xfrm>
          <a:prstGeom prst="straightConnector1">
            <a:avLst/>
          </a:prstGeom>
          <a:ln w="571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F0B1A9E7-C7EA-C5FE-0389-9AAB429C4A7C}"/>
              </a:ext>
            </a:extLst>
          </p:cNvPr>
          <p:cNvCxnSpPr/>
          <p:nvPr/>
        </p:nvCxnSpPr>
        <p:spPr>
          <a:xfrm>
            <a:off x="4071730" y="2637181"/>
            <a:ext cx="0" cy="1583635"/>
          </a:xfrm>
          <a:prstGeom prst="straightConnector1">
            <a:avLst/>
          </a:prstGeom>
          <a:ln w="57150">
            <a:solidFill>
              <a:srgbClr val="FF0000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01866518-EF4B-2A41-CC1B-0A107DDD9861}"/>
              </a:ext>
            </a:extLst>
          </p:cNvPr>
          <p:cNvCxnSpPr>
            <a:cxnSpLocks/>
          </p:cNvCxnSpPr>
          <p:nvPr/>
        </p:nvCxnSpPr>
        <p:spPr>
          <a:xfrm>
            <a:off x="5314122" y="2637181"/>
            <a:ext cx="1648239" cy="1411356"/>
          </a:xfrm>
          <a:prstGeom prst="straightConnector1">
            <a:avLst/>
          </a:prstGeom>
          <a:ln w="57150">
            <a:solidFill>
              <a:srgbClr val="92D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EDA82A5A-5730-2E35-4205-9B4256FCF32F}"/>
              </a:ext>
            </a:extLst>
          </p:cNvPr>
          <p:cNvCxnSpPr>
            <a:cxnSpLocks/>
          </p:cNvCxnSpPr>
          <p:nvPr/>
        </p:nvCxnSpPr>
        <p:spPr>
          <a:xfrm>
            <a:off x="5251174" y="2802835"/>
            <a:ext cx="1620077" cy="1417981"/>
          </a:xfrm>
          <a:prstGeom prst="straightConnector1">
            <a:avLst/>
          </a:prstGeom>
          <a:ln w="57150">
            <a:solidFill>
              <a:srgbClr val="FF000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1CC711DD-2BA1-8DBF-E70B-1D6C27DBB4D6}"/>
              </a:ext>
            </a:extLst>
          </p:cNvPr>
          <p:cNvSpPr/>
          <p:nvPr/>
        </p:nvSpPr>
        <p:spPr>
          <a:xfrm rot="18898887">
            <a:off x="5477489" y="3272144"/>
            <a:ext cx="1143075" cy="3988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24" name="直線箭頭接點 23">
            <a:extLst>
              <a:ext uri="{FF2B5EF4-FFF2-40B4-BE49-F238E27FC236}">
                <a16:creationId xmlns:a16="http://schemas.microsoft.com/office/drawing/2014/main" id="{34D85C32-A491-7501-A377-1560905DF638}"/>
              </a:ext>
            </a:extLst>
          </p:cNvPr>
          <p:cNvCxnSpPr>
            <a:cxnSpLocks/>
          </p:cNvCxnSpPr>
          <p:nvPr/>
        </p:nvCxnSpPr>
        <p:spPr>
          <a:xfrm flipV="1">
            <a:off x="5131906" y="2594111"/>
            <a:ext cx="1653209" cy="1626705"/>
          </a:xfrm>
          <a:prstGeom prst="straightConnector1">
            <a:avLst/>
          </a:prstGeom>
          <a:ln w="57150">
            <a:solidFill>
              <a:srgbClr val="92D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1D6A517E-8B31-A438-AE24-B74557B0ACDC}"/>
              </a:ext>
            </a:extLst>
          </p:cNvPr>
          <p:cNvCxnSpPr>
            <a:cxnSpLocks/>
          </p:cNvCxnSpPr>
          <p:nvPr/>
        </p:nvCxnSpPr>
        <p:spPr>
          <a:xfrm flipV="1">
            <a:off x="5314122" y="2710072"/>
            <a:ext cx="1620077" cy="1616759"/>
          </a:xfrm>
          <a:prstGeom prst="straightConnector1">
            <a:avLst/>
          </a:prstGeom>
          <a:ln w="57150">
            <a:solidFill>
              <a:srgbClr val="FF000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136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</Words>
  <Application>Microsoft Macintosh PowerPoint</Application>
  <PresentationFormat>寬螢幕</PresentationFormat>
  <Paragraphs>5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MesloLGS Nerd Font Mono</vt:lpstr>
      <vt:lpstr>Office 佈景主題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Microsoft Office User</dc:creator>
  <cp:keywords/>
  <dc:description/>
  <cp:lastModifiedBy>Microsoft Office User</cp:lastModifiedBy>
  <cp:revision>1</cp:revision>
  <dcterms:created xsi:type="dcterms:W3CDTF">2025-03-22T05:21:01Z</dcterms:created>
  <dcterms:modified xsi:type="dcterms:W3CDTF">2025-03-22T05:29:45Z</dcterms:modified>
  <cp:category/>
</cp:coreProperties>
</file>
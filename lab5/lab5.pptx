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1"/>
  </p:normalViewPr>
  <p:slideViewPr>
    <p:cSldViewPr snapToGrid="0">
      <p:cViewPr varScale="1">
        <p:scale>
          <a:sx n="97" d="100"/>
          <a:sy n="97" d="100"/>
        </p:scale>
        <p:origin x="18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5335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639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0315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07114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6495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228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8657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7042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7528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9122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68333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AF93F-93A0-4C49-A2BC-DEF2B7A4D487}" type="datetimeFigureOut">
              <a:rPr kumimoji="1" lang="zh-TW" altLang="en-US" smtClean="0"/>
              <a:t>2025/3/21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5EF0D-586C-364E-A7DB-0B3EA63A8AD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8957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405CCF1-7AE6-97F6-786C-A2CBA3F2D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62526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b="0" i="0" dirty="0">
                <a:solidFill>
                  <a:srgbClr val="202124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VLAN 11 client</a:t>
            </a:r>
            <a:endParaRPr lang="zh-TW" altLang="en-US" sz="3200" dirty="0">
              <a:latin typeface="MesloLGS Nerd Font Mono" panose="020B0609030804020204" pitchFamily="49" charset="0"/>
              <a:ea typeface="GenSekiGothic TW R" panose="020B0500000000000000" pitchFamily="34" charset="-120"/>
              <a:cs typeface="MesloLGS Nerd Font Mono" panose="020B06090308040202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823CF7-DACC-2BF7-55AF-7A9CE38D8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208" y="1060175"/>
            <a:ext cx="6283583" cy="554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24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507C4-73FE-A69E-C736-D7536BA1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DC9218D-F796-C7DF-ACEC-405C411B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62526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b="0" i="0" dirty="0">
                <a:solidFill>
                  <a:srgbClr val="202124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VLAN </a:t>
            </a:r>
            <a:r>
              <a:rPr lang="en-US" altLang="zh-TW" sz="3200" dirty="0">
                <a:solidFill>
                  <a:srgbClr val="202124"/>
                </a:solidFill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99</a:t>
            </a:r>
            <a:r>
              <a:rPr lang="en-US" altLang="zh-TW" sz="3200" b="0" i="0" dirty="0">
                <a:solidFill>
                  <a:srgbClr val="202124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 client</a:t>
            </a:r>
            <a:endParaRPr lang="zh-TW" altLang="en-US" sz="3200" dirty="0">
              <a:latin typeface="MesloLGS Nerd Font Mono" panose="020B0609030804020204" pitchFamily="49" charset="0"/>
              <a:ea typeface="GenSekiGothic TW R" panose="020B0500000000000000" pitchFamily="34" charset="-120"/>
              <a:cs typeface="MesloLGS Nerd Font Mono" panose="020B0609030804020204" pitchFamily="49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1245F20-9949-B88C-AB1B-20C0F5BC1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854" y="1078467"/>
            <a:ext cx="6624292" cy="5567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7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F6FE1-6EB1-A434-3449-409698F31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E4C4FB8-2810-072D-7E8E-B6A101AA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62526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b="0" i="0" dirty="0">
                <a:solidFill>
                  <a:srgbClr val="202124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VLAN 11 rules</a:t>
            </a:r>
            <a:endParaRPr lang="zh-TW" altLang="en-US" sz="3200" dirty="0">
              <a:latin typeface="MesloLGS Nerd Font Mono" panose="020B0609030804020204" pitchFamily="49" charset="0"/>
              <a:ea typeface="GenSekiGothic TW R" panose="020B0500000000000000" pitchFamily="34" charset="-120"/>
              <a:cs typeface="MesloLGS Nerd Font Mono" panose="020B0609030804020204" pitchFamily="49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0429A60-E62A-E6C9-13ED-A7459763D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26" y="1755061"/>
            <a:ext cx="8216348" cy="3347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65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5CF40-EC6F-B3AE-36A1-14C755E2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2CE7841-0762-F141-5289-BD9BAD3F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62526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b="0" i="0" dirty="0">
                <a:solidFill>
                  <a:srgbClr val="202124"/>
                </a:solidFill>
                <a:effectLst/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VLAN 99 rules</a:t>
            </a:r>
            <a:endParaRPr lang="zh-TW" altLang="en-US" sz="3200" dirty="0">
              <a:latin typeface="MesloLGS Nerd Font Mono" panose="020B0609030804020204" pitchFamily="49" charset="0"/>
              <a:ea typeface="GenSekiGothic TW R" panose="020B0500000000000000" pitchFamily="34" charset="-120"/>
              <a:cs typeface="MesloLGS Nerd Font Mono" panose="020B0609030804020204" pitchFamily="49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E549DFC-53C5-ADD5-AFB3-A70C466B6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52" y="1982304"/>
            <a:ext cx="8827295" cy="289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548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12</Words>
  <Application>Microsoft Macintosh PowerPoint</Application>
  <PresentationFormat>如螢幕大小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MesloLGS Nerd Font Mono</vt:lpstr>
      <vt:lpstr>Office 佈景主題</vt:lpstr>
      <vt:lpstr>VLAN 11 client</vt:lpstr>
      <vt:lpstr>VLAN 99 client</vt:lpstr>
      <vt:lpstr>VLAN 11 rules</vt:lpstr>
      <vt:lpstr>VLAN 99 rules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Microsoft Office User</dc:creator>
  <cp:keywords/>
  <dc:description/>
  <cp:lastModifiedBy>Microsoft Office User</cp:lastModifiedBy>
  <cp:revision>3</cp:revision>
  <dcterms:created xsi:type="dcterms:W3CDTF">2025-03-21T14:44:26Z</dcterms:created>
  <dcterms:modified xsi:type="dcterms:W3CDTF">2025-03-21T14:47:41Z</dcterms:modified>
  <cp:category/>
</cp:coreProperties>
</file>